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</a:defRPr>
            </a:pPr>
            <a:r>
              <a:t>Visual Project Intelligence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AI-Powered Image Search for Construction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P4: Vector Store &amp; Schema  |  AWS OpenSearch Serverless + Bedrock Titan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Project teams store thousands of images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No way to search by visual content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Current approach: browse filenames or scroll through folders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• Finding the right photo takes 15–30 minutes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  "Where's that photo of the crack on Pier P-3?"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AI-powered image search using natural language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How it works: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  1. Image → Bedrock Titan Multimodal → 1536-dim embedding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  2. Embedding stored in OpenSearch Serverless (vector search)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  3. Query text → same model → cosine similarity → ranked results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User types: "concrete crack damage"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</a:defRPr>
            </a:pPr>
            <a:r>
              <a:t>System returns: ranked photos matching that description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Live Demo — 3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STEP 1 — INGEST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Index 5 site photos with AI-generated embeddings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STEP 2 — NATURAL LANGUAGE SEARCH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Query: "concrete crack damage" → top 3 results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STEP 3 — FILTER BY PROJECT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Same query, restricted to PROJ-001 only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STEP 4 — SIMILAR IMAGE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Upload a photo → find visually similar images across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Architecture — P4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┌─────────────┐      ┌────────────────────┐      ┌─────────────┐</a:t>
            </a:r>
            <a:br/>
            <a:r>
              <a:t>│  Dev 3       │      │  P4 (This Sprint)  │      │  Dev 5      │</a:t>
            </a:r>
            <a:br/>
            <a:r>
              <a:t>│  Bedrock     │─────▶│  VectorStore Module │◀─────│  Search API │</a:t>
            </a:r>
            <a:br/>
            <a:r>
              <a:t>│  Embeddings  │      │  + OpenSearch Index │      │  Endpoint   │</a:t>
            </a:r>
            <a:br/>
            <a:r>
              <a:t>└─────────────┘      └────────────────────┘      └─────────────┘</a:t>
            </a:r>
            <a:br/>
            <a:r>
              <a:t>                              │</a:t>
            </a:r>
            <a:br/>
            <a:r>
              <a:t>                              ▼</a:t>
            </a:r>
            <a:br/>
            <a:r>
              <a:t>                   ┌────────────────────────┐</a:t>
            </a:r>
            <a:br/>
            <a:r>
              <a:t>                   │  OpenSearch Serverless  │</a:t>
            </a:r>
            <a:br/>
            <a:r>
              <a:t>                   │  Collection: image-search │</a:t>
            </a:r>
            <a:br/>
            <a:r>
              <a:t>                   └────────────────────────┘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Index Schema:</a:t>
            </a:r>
            <a:br/>
            <a:r>
              <a:t>  image_id    keyword        Unique ID (doc _id)</a:t>
            </a:r>
            <a:br/>
            <a:r>
              <a:t>  project_id  keyword        Filter by project</a:t>
            </a:r>
            <a:br/>
            <a:r>
              <a:t>  embedding   knn_vector     1536-dim, cosine, FAISS HNSW</a:t>
            </a:r>
            <a:br/>
            <a:r>
              <a:t>  tags        keyword[]      AI-generated labels</a:t>
            </a:r>
            <a:br/>
            <a:r>
              <a:t>  date        date           Time filtering</a:t>
            </a:r>
            <a:br/>
            <a:r>
              <a:t>  location    keyword        Spatial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What We Built (P4)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✅  CDK Stack — one-command deploy (cdk deploy)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   OpenSearch Serverless + encryption/network/access policies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✅  Index Creation Script — idempotent, SigV4 auth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✅  VectorStore Client — clean Python API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   index_image() | search_by_embedding() | delete_image()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✅  Full Test Suite — 30 tests passing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     Unit + Property-Based (Hypothesis) + CDK Snapshot</a:t>
            </a: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CCCCCC"/>
                </a:solidFill>
              </a:defRPr>
            </a:pPr>
            <a:r>
              <a:t>✅  README + Handoff Docs — ready for Dev 3 &amp; Dev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KPIs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📉  Time to locate images:        ↓ 60%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     Natural language vs filename browsing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📈  Image reuse across projects:   ↑ 25%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     Similar image search surfaces existing photos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🎯  Search success (first attempt): ↑ 40%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     AI understands intent, not just keywords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1.  Dev 3 — Connect Bedrock Titan Multimodal for real embeddings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2.  Dev 5 — Build REST API endpoint for frontend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3.  Frontend — Search bar + image grid UI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4.  Scale — Auto-tagging pipeline for bulk ingestion</a:t>
            </a: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CCCCCC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